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62348-716D-4F4C-9A9C-1093EA40EBDD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99C92-5C8F-4647-868E-EDAF224892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27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8296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9" name="矩形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8060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97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3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46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56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57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​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70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5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68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76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28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5775" y="6601968"/>
            <a:ext cx="1190937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1AF1372-FDB8-4612-A31F-ECCAB898F841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C9C57A9-FBF2-4D58-9AF9-658A2AF9A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767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dirty="0"/>
              <a:t>$PAGE_TITLE$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/>
              <a:t>$PAGE_SUBTITLE$</a:t>
            </a:r>
          </a:p>
        </p:txBody>
      </p:sp>
    </p:spTree>
    <p:extLst>
      <p:ext uri="{BB962C8B-B14F-4D97-AF65-F5344CB8AC3E}">
        <p14:creationId xmlns:p14="http://schemas.microsoft.com/office/powerpoint/2010/main" val="140113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4192A90E-B9ED-4023-BB4F-1278B096D6D1}" vid="{8996DDCE-6959-415B-8C98-C7237CBC03C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2</TotalTime>
  <Words>11</Words>
  <Application>Microsoft Office PowerPoint</Application>
  <PresentationFormat>宽屏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幼圆</vt:lpstr>
      <vt:lpstr>Arial</vt:lpstr>
      <vt:lpstr>Calibri</vt:lpstr>
      <vt:lpstr>default</vt:lpstr>
      <vt:lpstr>$PAGE_TITLE$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$PAGE_TITLE$</dc:title>
  <dc:creator>任鹏飞</dc:creator>
  <cp:lastModifiedBy>任鹏飞</cp:lastModifiedBy>
  <cp:revision>1</cp:revision>
  <dcterms:created xsi:type="dcterms:W3CDTF">2018-02-16T12:56:14Z</dcterms:created>
  <dcterms:modified xsi:type="dcterms:W3CDTF">2018-02-16T12:58:31Z</dcterms:modified>
</cp:coreProperties>
</file>