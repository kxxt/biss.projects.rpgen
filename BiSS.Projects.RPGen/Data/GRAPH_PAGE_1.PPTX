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C1-4596-9070-52190C5394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C1-4596-9070-52190C539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7542376"/>
        <c:axId val="119753453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C1-4596-9070-52190C539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7542376"/>
        <c:axId val="1197534536"/>
      </c:lineChart>
      <c:catAx>
        <c:axId val="1197542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197534536"/>
        <c:crosses val="autoZero"/>
        <c:auto val="1"/>
        <c:lblAlgn val="ctr"/>
        <c:lblOffset val="100"/>
        <c:noMultiLvlLbl val="0"/>
      </c:catAx>
      <c:valAx>
        <c:axId val="11975345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197542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0A736-F050-43EB-90AE-B493EAED5047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F9E4F-4A02-4AAD-9CCD-06156B4D7A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24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4549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" y="0"/>
            <a:ext cx="12188826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9" name="矩形 8"/>
          <p:cNvSpPr/>
          <p:nvPr/>
        </p:nvSpPr>
        <p:spPr>
          <a:xfrm>
            <a:off x="-1" y="5102352"/>
            <a:ext cx="12188826" cy="17556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5400" y="2286000"/>
            <a:ext cx="9601200" cy="1517904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95300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437D1C2-A4BA-43EC-9478-D5E96230428F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0DA5FDD-F260-4124-BDFC-BDE8F53DE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25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274320"/>
            <a:ext cx="12192000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rtlCol="0" anchor="b">
            <a:normAutofit/>
          </a:bodyPr>
          <a:lstStyle>
            <a:lvl1pPr algn="ctr">
              <a:defRPr sz="5400" b="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rtlCol="0"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437D1C2-A4BA-43EC-9478-D5E96230428F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0DA5FDD-F260-4124-BDFC-BDE8F53DE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111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437D1C2-A4BA-43EC-9478-D5E96230428F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0DA5FDD-F260-4124-BDFC-BDE8F53DE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00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437D1C2-A4BA-43EC-9478-D5E96230428F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0DA5FDD-F260-4124-BDFC-BDE8F53DE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53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437D1C2-A4BA-43EC-9478-D5E96230428F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0DA5FDD-F260-4124-BDFC-BDE8F53DE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82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​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437D1C2-A4BA-43EC-9478-D5E96230428F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0DA5FDD-F260-4124-BDFC-BDE8F53DE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73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437D1C2-A4BA-43EC-9478-D5E96230428F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0DA5FDD-F260-4124-BDFC-BDE8F53DE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486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301752" y="502920"/>
            <a:ext cx="670255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437D1C2-A4BA-43EC-9478-D5E96230428F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0DA5FDD-F260-4124-BDFC-BDE8F53DE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32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437D1C2-A4BA-43EC-9478-D5E96230428F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0DA5FDD-F260-4124-BDFC-BDE8F53DE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61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437D1C2-A4BA-43EC-9478-D5E96230428F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0DA5FDD-F260-4124-BDFC-BDE8F53DE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80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5775" y="6601968"/>
            <a:ext cx="1190937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437D1C2-A4BA-43EC-9478-D5E96230428F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0DA5FDD-F260-4124-BDFC-BDE8F53DE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622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dirty="0"/>
              <a:t>$PAGE_TITLE$</a:t>
            </a:r>
            <a:endParaRPr lang="zh-cn" dirty="0"/>
          </a:p>
        </p:txBody>
      </p:sp>
      <p:graphicFrame>
        <p:nvGraphicFramePr>
          <p:cNvPr id="7" name="内容占位符 6" descr="簇状柱形图表示&#10;4 种类别的 2 个系列和 1 个行的组合图"/>
          <p:cNvGraphicFramePr>
            <a:graphicFrameLocks noGrp="1"/>
          </p:cNvGraphicFramePr>
          <p:nvPr>
            <p:ph idx="1"/>
            <p:extLst/>
          </p:nvPr>
        </p:nvGraphicFramePr>
        <p:xfrm>
          <a:off x="1341438" y="1901825"/>
          <a:ext cx="9509125" cy="412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5661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" id="{4192A90E-B9ED-4023-BB4F-1278B096D6D1}" vid="{8996DDCE-6959-415B-8C98-C7237CBC03C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3</TotalTime>
  <Words>6</Words>
  <Application>Microsoft Office PowerPoint</Application>
  <PresentationFormat>宽屏</PresentationFormat>
  <Paragraphs>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微软雅黑</vt:lpstr>
      <vt:lpstr>幼圆</vt:lpstr>
      <vt:lpstr>Arial</vt:lpstr>
      <vt:lpstr>Calibri</vt:lpstr>
      <vt:lpstr>default</vt:lpstr>
      <vt:lpstr>$PAGE_TITLE$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$PAGE_TITLE$</dc:title>
  <dc:creator>任鹏飞</dc:creator>
  <cp:lastModifiedBy>任鹏飞</cp:lastModifiedBy>
  <cp:revision>1</cp:revision>
  <dcterms:created xsi:type="dcterms:W3CDTF">2018-02-16T12:50:29Z</dcterms:created>
  <dcterms:modified xsi:type="dcterms:W3CDTF">2018-02-16T12:53:50Z</dcterms:modified>
</cp:coreProperties>
</file>