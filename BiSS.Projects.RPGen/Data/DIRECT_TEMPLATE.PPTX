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5" r:id="rId6"/>
    <p:sldId id="266" r:id="rId7"/>
    <p:sldId id="268" r:id="rId8"/>
    <p:sldId id="270" r:id="rId9"/>
    <p:sldId id="258" r:id="rId10"/>
    <p:sldId id="260" r:id="rId11"/>
    <p:sldId id="261" r:id="rId12"/>
    <p:sldId id="262" r:id="rId13"/>
    <p:sldId id="271" r:id="rId14"/>
    <p:sldId id="264" r:id="rId15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294" autoAdjust="0"/>
  </p:normalViewPr>
  <p:slideViewPr>
    <p:cSldViewPr snapToGrid="0">
      <p:cViewPr varScale="1">
        <p:scale>
          <a:sx n="119" d="100"/>
          <a:sy n="119" d="100"/>
        </p:scale>
        <p:origin x="216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291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C1-4596-9070-52190C5394D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C1-4596-9070-52190C5394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97542376"/>
        <c:axId val="1197534536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BC1-4596-9070-52190C5394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7542376"/>
        <c:axId val="1197534536"/>
      </c:lineChart>
      <c:catAx>
        <c:axId val="1197542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197534536"/>
        <c:crosses val="autoZero"/>
        <c:auto val="1"/>
        <c:lblAlgn val="ctr"/>
        <c:lblOffset val="100"/>
        <c:noMultiLvlLbl val="0"/>
      </c:catAx>
      <c:valAx>
        <c:axId val="11975345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197542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05747F-C2B6-48F4-B230-931F3251F60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 rtlCol="0"/>
        <a:lstStyle/>
        <a:p>
          <a:pPr rtl="0"/>
          <a:endParaRPr lang="en-US"/>
        </a:p>
      </dgm:t>
    </dgm:pt>
    <dgm:pt modelId="{7E505937-A1D1-4FCF-B857-F28870C2B438}">
      <dgm:prSet phldrT="[Text]"/>
      <dgm:spPr/>
      <dgm:t>
        <a:bodyPr rtlCol="0"/>
        <a:lstStyle/>
        <a:p>
          <a:pPr rtl="0"/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步骤 1 标题</a:t>
          </a:r>
        </a:p>
      </dgm:t>
      <dgm:extLst>
        <a:ext uri="{E40237B7-FDA0-4F09-8148-C483321AD2D9}">
          <dgm14:cNvPr xmlns:dgm14="http://schemas.microsoft.com/office/drawing/2010/diagram" id="0" name="" title="Step 1 Title"/>
        </a:ext>
      </dgm:extLst>
    </dgm:pt>
    <dgm:pt modelId="{C7132FAD-B185-4405-ABD4-A30DEAC13416}" type="parTrans" cxnId="{2577AF47-547F-47F7-A484-871FB3256470}">
      <dgm:prSet/>
      <dgm:spPr/>
      <dgm:t>
        <a:bodyPr rtlCol="0"/>
        <a:lstStyle/>
        <a:p>
          <a:pPr rtl="0"/>
          <a:endParaRPr lang="en-US"/>
        </a:p>
      </dgm:t>
    </dgm:pt>
    <dgm:pt modelId="{3B7DB6A5-4C5E-46B9-A357-36BB8E4D8D85}" type="sibTrans" cxnId="{2577AF47-547F-47F7-A484-871FB3256470}">
      <dgm:prSet/>
      <dgm:spPr/>
      <dgm:t>
        <a:bodyPr rtlCol="0"/>
        <a:lstStyle/>
        <a:p>
          <a:pPr rtl="0"/>
          <a:endParaRPr lang="en-US"/>
        </a:p>
      </dgm:t>
    </dgm:pt>
    <dgm:pt modelId="{754976FE-E4B0-4743-B453-0E44EC68399E}">
      <dgm:prSet phldrT="[Text]"/>
      <dgm:spPr/>
      <dgm:t>
        <a:bodyPr rtlCol="0"/>
        <a:lstStyle/>
        <a:p>
          <a:pPr rtl="0"/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</a:rPr>
            <a:t>任务描述</a:t>
          </a:r>
        </a:p>
      </dgm:t>
      <dgm:extLst>
        <a:ext uri="{E40237B7-FDA0-4F09-8148-C483321AD2D9}">
          <dgm14:cNvPr xmlns:dgm14="http://schemas.microsoft.com/office/drawing/2010/diagram" id="0" name="" title="Step 1 task description"/>
        </a:ext>
      </dgm:extLst>
    </dgm:pt>
    <dgm:pt modelId="{4D9FEAA5-C005-491D-B43A-D4F62D2E4495}" type="parTrans" cxnId="{76698416-48B6-446C-BC4D-BBB529F863E9}">
      <dgm:prSet/>
      <dgm:spPr/>
      <dgm:t>
        <a:bodyPr rtlCol="0"/>
        <a:lstStyle/>
        <a:p>
          <a:pPr rtl="0"/>
          <a:endParaRPr lang="en-US"/>
        </a:p>
      </dgm:t>
    </dgm:pt>
    <dgm:pt modelId="{C2AD5ED6-AB5F-4192-9A90-DE66475C951C}" type="sibTrans" cxnId="{76698416-48B6-446C-BC4D-BBB529F863E9}">
      <dgm:prSet/>
      <dgm:spPr/>
      <dgm:t>
        <a:bodyPr rtlCol="0"/>
        <a:lstStyle/>
        <a:p>
          <a:pPr rtl="0"/>
          <a:endParaRPr lang="en-US"/>
        </a:p>
      </dgm:t>
    </dgm:pt>
    <dgm:pt modelId="{8129FD2A-3327-4A99-8DA3-3ED69C380BBF}">
      <dgm:prSet phldrT="[Text]"/>
      <dgm:spPr/>
      <dgm:t>
        <a:bodyPr rtlCol="0"/>
        <a:lstStyle/>
        <a:p>
          <a:pPr rtl="0"/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</a:rPr>
            <a:t>任务描述</a:t>
          </a:r>
        </a:p>
      </dgm:t>
    </dgm:pt>
    <dgm:pt modelId="{7DD5F013-3D04-49E8-82EB-A8639C5DF3F3}" type="parTrans" cxnId="{3CCD9ABD-CF95-40F9-A5E9-A867124D36C2}">
      <dgm:prSet/>
      <dgm:spPr/>
      <dgm:t>
        <a:bodyPr rtlCol="0"/>
        <a:lstStyle/>
        <a:p>
          <a:pPr rtl="0"/>
          <a:endParaRPr lang="en-US"/>
        </a:p>
      </dgm:t>
    </dgm:pt>
    <dgm:pt modelId="{A8260337-4981-49E0-A0A2-2BCA817F7F39}" type="sibTrans" cxnId="{3CCD9ABD-CF95-40F9-A5E9-A867124D36C2}">
      <dgm:prSet/>
      <dgm:spPr/>
      <dgm:t>
        <a:bodyPr rtlCol="0"/>
        <a:lstStyle/>
        <a:p>
          <a:pPr rtl="0"/>
          <a:endParaRPr lang="en-US"/>
        </a:p>
      </dgm:t>
    </dgm:pt>
    <dgm:pt modelId="{B1295C8C-8D1F-43C6-82C9-E9A0C9D69E91}">
      <dgm:prSet phldrT="[Text]"/>
      <dgm:spPr/>
      <dgm:t>
        <a:bodyPr rtlCol="0"/>
        <a:lstStyle/>
        <a:p>
          <a:pPr rtl="0"/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</a:rPr>
            <a:t>步骤 2 标题</a:t>
          </a:r>
        </a:p>
      </dgm:t>
      <dgm:extLst>
        <a:ext uri="{E40237B7-FDA0-4F09-8148-C483321AD2D9}">
          <dgm14:cNvPr xmlns:dgm14="http://schemas.microsoft.com/office/drawing/2010/diagram" id="0" name="" title="Step 2 Title"/>
        </a:ext>
      </dgm:extLst>
    </dgm:pt>
    <dgm:pt modelId="{E5C704B0-DB8C-4E8C-A7B3-49A7A120BF7B}" type="parTrans" cxnId="{47137A9B-2AFD-43A1-BF60-A42D27E140F6}">
      <dgm:prSet/>
      <dgm:spPr/>
      <dgm:t>
        <a:bodyPr rtlCol="0"/>
        <a:lstStyle/>
        <a:p>
          <a:pPr rtl="0"/>
          <a:endParaRPr lang="en-US"/>
        </a:p>
      </dgm:t>
    </dgm:pt>
    <dgm:pt modelId="{8C31FF87-D786-498F-B4F8-FA4F5650B856}" type="sibTrans" cxnId="{47137A9B-2AFD-43A1-BF60-A42D27E140F6}">
      <dgm:prSet/>
      <dgm:spPr/>
      <dgm:t>
        <a:bodyPr rtlCol="0"/>
        <a:lstStyle/>
        <a:p>
          <a:pPr rtl="0"/>
          <a:endParaRPr lang="en-US"/>
        </a:p>
      </dgm:t>
    </dgm:pt>
    <dgm:pt modelId="{3DC9E84D-4109-41D9-B23B-CD33F63307C9}">
      <dgm:prSet phldrT="[Text]"/>
      <dgm:spPr/>
      <dgm:t>
        <a:bodyPr rtlCol="0"/>
        <a:lstStyle/>
        <a:p>
          <a:pPr rtl="0"/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</a:rPr>
            <a:t>任务描述</a:t>
          </a:r>
        </a:p>
      </dgm:t>
      <dgm:extLst>
        <a:ext uri="{E40237B7-FDA0-4F09-8148-C483321AD2D9}">
          <dgm14:cNvPr xmlns:dgm14="http://schemas.microsoft.com/office/drawing/2010/diagram" id="0" name="" title="Step 2 task description"/>
        </a:ext>
      </dgm:extLst>
    </dgm:pt>
    <dgm:pt modelId="{D44FDFB6-DCEB-482B-A44F-4AD4680B4845}" type="parTrans" cxnId="{7A48A55B-5522-4A42-ADC5-ACE0221D155E}">
      <dgm:prSet/>
      <dgm:spPr/>
      <dgm:t>
        <a:bodyPr rtlCol="0"/>
        <a:lstStyle/>
        <a:p>
          <a:pPr rtl="0"/>
          <a:endParaRPr lang="en-US"/>
        </a:p>
      </dgm:t>
    </dgm:pt>
    <dgm:pt modelId="{EF816448-0FE2-4DFA-B1FE-96F43A2497E4}" type="sibTrans" cxnId="{7A48A55B-5522-4A42-ADC5-ACE0221D155E}">
      <dgm:prSet/>
      <dgm:spPr/>
      <dgm:t>
        <a:bodyPr rtlCol="0"/>
        <a:lstStyle/>
        <a:p>
          <a:pPr rtl="0"/>
          <a:endParaRPr lang="en-US"/>
        </a:p>
      </dgm:t>
    </dgm:pt>
    <dgm:pt modelId="{398C4C62-02C4-4A91-B786-6B3C60549C0C}">
      <dgm:prSet phldrT="[Text]"/>
      <dgm:spPr/>
      <dgm:t>
        <a:bodyPr rtlCol="0"/>
        <a:lstStyle/>
        <a:p>
          <a:pPr rtl="0"/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</a:rPr>
            <a:t>任务描述</a:t>
          </a:r>
        </a:p>
      </dgm:t>
    </dgm:pt>
    <dgm:pt modelId="{710BAE6A-1D03-4BB0-8C25-75B698134579}" type="parTrans" cxnId="{050FAFEF-930A-4126-A547-7BE7741083AA}">
      <dgm:prSet/>
      <dgm:spPr/>
      <dgm:t>
        <a:bodyPr rtlCol="0"/>
        <a:lstStyle/>
        <a:p>
          <a:pPr rtl="0"/>
          <a:endParaRPr lang="en-US"/>
        </a:p>
      </dgm:t>
    </dgm:pt>
    <dgm:pt modelId="{A606B13E-BFAD-4B31-AAA7-E78B10EBF07E}" type="sibTrans" cxnId="{050FAFEF-930A-4126-A547-7BE7741083AA}">
      <dgm:prSet/>
      <dgm:spPr/>
      <dgm:t>
        <a:bodyPr rtlCol="0"/>
        <a:lstStyle/>
        <a:p>
          <a:pPr rtl="0"/>
          <a:endParaRPr lang="en-US"/>
        </a:p>
      </dgm:t>
    </dgm:pt>
    <dgm:pt modelId="{1B41DC41-29F0-4922-BFC5-D6FC08605C24}">
      <dgm:prSet phldrT="[Text]"/>
      <dgm:spPr/>
      <dgm:t>
        <a:bodyPr rtlCol="0"/>
        <a:lstStyle/>
        <a:p>
          <a:pPr rtl="0"/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</a:rPr>
            <a:t>步骤 3 标题</a:t>
          </a:r>
        </a:p>
      </dgm:t>
      <dgm:extLst>
        <a:ext uri="{E40237B7-FDA0-4F09-8148-C483321AD2D9}">
          <dgm14:cNvPr xmlns:dgm14="http://schemas.microsoft.com/office/drawing/2010/diagram" id="0" name="" title="Step 3 Title"/>
        </a:ext>
      </dgm:extLst>
    </dgm:pt>
    <dgm:pt modelId="{CE9E3E3B-2FC2-4FCA-97C2-0743E0F5A1A8}" type="parTrans" cxnId="{EBEFFE02-D79C-4682-B676-2C45B3EDDB59}">
      <dgm:prSet/>
      <dgm:spPr/>
      <dgm:t>
        <a:bodyPr rtlCol="0"/>
        <a:lstStyle/>
        <a:p>
          <a:pPr rtl="0"/>
          <a:endParaRPr lang="en-US"/>
        </a:p>
      </dgm:t>
    </dgm:pt>
    <dgm:pt modelId="{B1482198-B815-4549-93A1-1975942E3B24}" type="sibTrans" cxnId="{EBEFFE02-D79C-4682-B676-2C45B3EDDB59}">
      <dgm:prSet/>
      <dgm:spPr/>
      <dgm:t>
        <a:bodyPr rtlCol="0"/>
        <a:lstStyle/>
        <a:p>
          <a:pPr rtl="0"/>
          <a:endParaRPr lang="en-US"/>
        </a:p>
      </dgm:t>
    </dgm:pt>
    <dgm:pt modelId="{4777BA7A-CB4C-4047-A5C1-19C4370C7AE7}">
      <dgm:prSet phldrT="[Text]"/>
      <dgm:spPr/>
      <dgm:t>
        <a:bodyPr rtlCol="0"/>
        <a:lstStyle/>
        <a:p>
          <a:pPr rtl="0"/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</a:rPr>
            <a:t>任务描述</a:t>
          </a:r>
        </a:p>
      </dgm:t>
      <dgm:extLst>
        <a:ext uri="{E40237B7-FDA0-4F09-8148-C483321AD2D9}">
          <dgm14:cNvPr xmlns:dgm14="http://schemas.microsoft.com/office/drawing/2010/diagram" id="0" name="" title="Step 3 task description"/>
        </a:ext>
      </dgm:extLst>
    </dgm:pt>
    <dgm:pt modelId="{DBA40324-CF00-4C14-AB62-75C05DB6EAE5}" type="parTrans" cxnId="{991CB489-1893-438D-BC32-42AAD94F996C}">
      <dgm:prSet/>
      <dgm:spPr/>
      <dgm:t>
        <a:bodyPr rtlCol="0"/>
        <a:lstStyle/>
        <a:p>
          <a:pPr rtl="0"/>
          <a:endParaRPr lang="en-US"/>
        </a:p>
      </dgm:t>
    </dgm:pt>
    <dgm:pt modelId="{494B452E-9B16-41EA-8512-F0037B9C3E0D}" type="sibTrans" cxnId="{991CB489-1893-438D-BC32-42AAD94F996C}">
      <dgm:prSet/>
      <dgm:spPr/>
      <dgm:t>
        <a:bodyPr rtlCol="0"/>
        <a:lstStyle/>
        <a:p>
          <a:pPr rtl="0"/>
          <a:endParaRPr lang="en-US"/>
        </a:p>
      </dgm:t>
    </dgm:pt>
    <dgm:pt modelId="{6C394397-D1FF-412A-9B1A-A1C7497BA927}">
      <dgm:prSet phldrT="[Text]"/>
      <dgm:spPr/>
      <dgm:t>
        <a:bodyPr rtlCol="0"/>
        <a:lstStyle/>
        <a:p>
          <a:pPr rtl="0"/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</a:rPr>
            <a:t>任务描述</a:t>
          </a:r>
        </a:p>
      </dgm:t>
    </dgm:pt>
    <dgm:pt modelId="{425D4D77-0B0F-403F-9E7B-0D6810A3F122}" type="parTrans" cxnId="{40E1DA70-D516-4525-B8C3-5B91C3FA1389}">
      <dgm:prSet/>
      <dgm:spPr/>
      <dgm:t>
        <a:bodyPr rtlCol="0"/>
        <a:lstStyle/>
        <a:p>
          <a:pPr rtl="0"/>
          <a:endParaRPr lang="en-US"/>
        </a:p>
      </dgm:t>
    </dgm:pt>
    <dgm:pt modelId="{C962F407-523D-4723-A0B0-319C51C91A51}" type="sibTrans" cxnId="{40E1DA70-D516-4525-B8C3-5B91C3FA1389}">
      <dgm:prSet/>
      <dgm:spPr/>
      <dgm:t>
        <a:bodyPr rtlCol="0"/>
        <a:lstStyle/>
        <a:p>
          <a:pPr rtl="0"/>
          <a:endParaRPr lang="en-US"/>
        </a:p>
      </dgm:t>
    </dgm:pt>
    <dgm:pt modelId="{0D5D61AC-5259-40CD-8E60-C7A60C9E094C}" type="pres">
      <dgm:prSet presAssocID="{CE05747F-C2B6-48F4-B230-931F3251F608}" presName="linear" presStyleCnt="0">
        <dgm:presLayoutVars>
          <dgm:animLvl val="lvl"/>
          <dgm:resizeHandles val="exact"/>
        </dgm:presLayoutVars>
      </dgm:prSet>
      <dgm:spPr/>
    </dgm:pt>
    <dgm:pt modelId="{E48273AB-5110-4FB3-8068-77F1E8C19D70}" type="pres">
      <dgm:prSet presAssocID="{7E505937-A1D1-4FCF-B857-F28870C2B43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60743BD-F44D-4BF3-9863-F5D166FDBEF5}" type="pres">
      <dgm:prSet presAssocID="{7E505937-A1D1-4FCF-B857-F28870C2B438}" presName="childText" presStyleLbl="revTx" presStyleIdx="0" presStyleCnt="3">
        <dgm:presLayoutVars>
          <dgm:bulletEnabled val="1"/>
        </dgm:presLayoutVars>
      </dgm:prSet>
      <dgm:spPr/>
    </dgm:pt>
    <dgm:pt modelId="{046C0C59-7736-4C26-9A8E-1506162FED79}" type="pres">
      <dgm:prSet presAssocID="{B1295C8C-8D1F-43C6-82C9-E9A0C9D69E9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86B86AC-A25F-4FAD-BD44-13D6286DB5AC}" type="pres">
      <dgm:prSet presAssocID="{B1295C8C-8D1F-43C6-82C9-E9A0C9D69E91}" presName="childText" presStyleLbl="revTx" presStyleIdx="1" presStyleCnt="3">
        <dgm:presLayoutVars>
          <dgm:bulletEnabled val="1"/>
        </dgm:presLayoutVars>
      </dgm:prSet>
      <dgm:spPr/>
    </dgm:pt>
    <dgm:pt modelId="{E43C16AD-ED87-4AE7-B02C-E4364DEA3E01}" type="pres">
      <dgm:prSet presAssocID="{1B41DC41-29F0-4922-BFC5-D6FC08605C2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419255D-07C5-4751-8C60-74B067466F25}" type="pres">
      <dgm:prSet presAssocID="{1B41DC41-29F0-4922-BFC5-D6FC08605C24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EBEFFE02-D79C-4682-B676-2C45B3EDDB59}" srcId="{CE05747F-C2B6-48F4-B230-931F3251F608}" destId="{1B41DC41-29F0-4922-BFC5-D6FC08605C24}" srcOrd="2" destOrd="0" parTransId="{CE9E3E3B-2FC2-4FCA-97C2-0743E0F5A1A8}" sibTransId="{B1482198-B815-4549-93A1-1975942E3B24}"/>
    <dgm:cxn modelId="{76698416-48B6-446C-BC4D-BBB529F863E9}" srcId="{7E505937-A1D1-4FCF-B857-F28870C2B438}" destId="{754976FE-E4B0-4743-B453-0E44EC68399E}" srcOrd="0" destOrd="0" parTransId="{4D9FEAA5-C005-491D-B43A-D4F62D2E4495}" sibTransId="{C2AD5ED6-AB5F-4192-9A90-DE66475C951C}"/>
    <dgm:cxn modelId="{63CAEF18-7B36-4A28-BADF-504876AFA073}" type="presOf" srcId="{398C4C62-02C4-4A91-B786-6B3C60549C0C}" destId="{F86B86AC-A25F-4FAD-BD44-13D6286DB5AC}" srcOrd="0" destOrd="1" presId="urn:microsoft.com/office/officeart/2005/8/layout/vList2"/>
    <dgm:cxn modelId="{55E1F63E-FE88-46CE-A8EF-6F1AA73AED55}" type="presOf" srcId="{3DC9E84D-4109-41D9-B23B-CD33F63307C9}" destId="{F86B86AC-A25F-4FAD-BD44-13D6286DB5AC}" srcOrd="0" destOrd="0" presId="urn:microsoft.com/office/officeart/2005/8/layout/vList2"/>
    <dgm:cxn modelId="{12628B3F-4785-435E-9728-FFDCD38C4620}" type="presOf" srcId="{7E505937-A1D1-4FCF-B857-F28870C2B438}" destId="{E48273AB-5110-4FB3-8068-77F1E8C19D70}" srcOrd="0" destOrd="0" presId="urn:microsoft.com/office/officeart/2005/8/layout/vList2"/>
    <dgm:cxn modelId="{7A48A55B-5522-4A42-ADC5-ACE0221D155E}" srcId="{B1295C8C-8D1F-43C6-82C9-E9A0C9D69E91}" destId="{3DC9E84D-4109-41D9-B23B-CD33F63307C9}" srcOrd="0" destOrd="0" parTransId="{D44FDFB6-DCEB-482B-A44F-4AD4680B4845}" sibTransId="{EF816448-0FE2-4DFA-B1FE-96F43A2497E4}"/>
    <dgm:cxn modelId="{ACDAE05D-2DF8-46E8-9D3F-34BEC74CFAEA}" type="presOf" srcId="{6C394397-D1FF-412A-9B1A-A1C7497BA927}" destId="{6419255D-07C5-4751-8C60-74B067466F25}" srcOrd="0" destOrd="1" presId="urn:microsoft.com/office/officeart/2005/8/layout/vList2"/>
    <dgm:cxn modelId="{E59A6F43-2FE5-4086-A48C-4861F993BB31}" type="presOf" srcId="{CE05747F-C2B6-48F4-B230-931F3251F608}" destId="{0D5D61AC-5259-40CD-8E60-C7A60C9E094C}" srcOrd="0" destOrd="0" presId="urn:microsoft.com/office/officeart/2005/8/layout/vList2"/>
    <dgm:cxn modelId="{2577AF47-547F-47F7-A484-871FB3256470}" srcId="{CE05747F-C2B6-48F4-B230-931F3251F608}" destId="{7E505937-A1D1-4FCF-B857-F28870C2B438}" srcOrd="0" destOrd="0" parTransId="{C7132FAD-B185-4405-ABD4-A30DEAC13416}" sibTransId="{3B7DB6A5-4C5E-46B9-A357-36BB8E4D8D85}"/>
    <dgm:cxn modelId="{40E1DA70-D516-4525-B8C3-5B91C3FA1389}" srcId="{1B41DC41-29F0-4922-BFC5-D6FC08605C24}" destId="{6C394397-D1FF-412A-9B1A-A1C7497BA927}" srcOrd="1" destOrd="0" parTransId="{425D4D77-0B0F-403F-9E7B-0D6810A3F122}" sibTransId="{C962F407-523D-4723-A0B0-319C51C91A51}"/>
    <dgm:cxn modelId="{6B5CEE56-5D58-41F8-BAB5-E16C130C7537}" type="presOf" srcId="{4777BA7A-CB4C-4047-A5C1-19C4370C7AE7}" destId="{6419255D-07C5-4751-8C60-74B067466F25}" srcOrd="0" destOrd="0" presId="urn:microsoft.com/office/officeart/2005/8/layout/vList2"/>
    <dgm:cxn modelId="{645F6E7F-DC45-4D26-9A51-58279845D457}" type="presOf" srcId="{754976FE-E4B0-4743-B453-0E44EC68399E}" destId="{160743BD-F44D-4BF3-9863-F5D166FDBEF5}" srcOrd="0" destOrd="0" presId="urn:microsoft.com/office/officeart/2005/8/layout/vList2"/>
    <dgm:cxn modelId="{991CB489-1893-438D-BC32-42AAD94F996C}" srcId="{1B41DC41-29F0-4922-BFC5-D6FC08605C24}" destId="{4777BA7A-CB4C-4047-A5C1-19C4370C7AE7}" srcOrd="0" destOrd="0" parTransId="{DBA40324-CF00-4C14-AB62-75C05DB6EAE5}" sibTransId="{494B452E-9B16-41EA-8512-F0037B9C3E0D}"/>
    <dgm:cxn modelId="{7767D28A-B308-43E6-A1D3-FFEEDA0DE133}" type="presOf" srcId="{1B41DC41-29F0-4922-BFC5-D6FC08605C24}" destId="{E43C16AD-ED87-4AE7-B02C-E4364DEA3E01}" srcOrd="0" destOrd="0" presId="urn:microsoft.com/office/officeart/2005/8/layout/vList2"/>
    <dgm:cxn modelId="{47137A9B-2AFD-43A1-BF60-A42D27E140F6}" srcId="{CE05747F-C2B6-48F4-B230-931F3251F608}" destId="{B1295C8C-8D1F-43C6-82C9-E9A0C9D69E91}" srcOrd="1" destOrd="0" parTransId="{E5C704B0-DB8C-4E8C-A7B3-49A7A120BF7B}" sibTransId="{8C31FF87-D786-498F-B4F8-FA4F5650B856}"/>
    <dgm:cxn modelId="{3CCD9ABD-CF95-40F9-A5E9-A867124D36C2}" srcId="{7E505937-A1D1-4FCF-B857-F28870C2B438}" destId="{8129FD2A-3327-4A99-8DA3-3ED69C380BBF}" srcOrd="1" destOrd="0" parTransId="{7DD5F013-3D04-49E8-82EB-A8639C5DF3F3}" sibTransId="{A8260337-4981-49E0-A0A2-2BCA817F7F39}"/>
    <dgm:cxn modelId="{30303FD0-F509-4C30-86AE-A9CE0ACC7FF2}" type="presOf" srcId="{8129FD2A-3327-4A99-8DA3-3ED69C380BBF}" destId="{160743BD-F44D-4BF3-9863-F5D166FDBEF5}" srcOrd="0" destOrd="1" presId="urn:microsoft.com/office/officeart/2005/8/layout/vList2"/>
    <dgm:cxn modelId="{AC6DCBE0-CEB4-4790-B41A-C3525DD6D4E5}" type="presOf" srcId="{B1295C8C-8D1F-43C6-82C9-E9A0C9D69E91}" destId="{046C0C59-7736-4C26-9A8E-1506162FED79}" srcOrd="0" destOrd="0" presId="urn:microsoft.com/office/officeart/2005/8/layout/vList2"/>
    <dgm:cxn modelId="{050FAFEF-930A-4126-A547-7BE7741083AA}" srcId="{B1295C8C-8D1F-43C6-82C9-E9A0C9D69E91}" destId="{398C4C62-02C4-4A91-B786-6B3C60549C0C}" srcOrd="1" destOrd="0" parTransId="{710BAE6A-1D03-4BB0-8C25-75B698134579}" sibTransId="{A606B13E-BFAD-4B31-AAA7-E78B10EBF07E}"/>
    <dgm:cxn modelId="{DDA59D3A-2368-4569-91F4-949247C7F0DC}" type="presParOf" srcId="{0D5D61AC-5259-40CD-8E60-C7A60C9E094C}" destId="{E48273AB-5110-4FB3-8068-77F1E8C19D70}" srcOrd="0" destOrd="0" presId="urn:microsoft.com/office/officeart/2005/8/layout/vList2"/>
    <dgm:cxn modelId="{264679E5-A89B-4D62-836B-53B39836A43E}" type="presParOf" srcId="{0D5D61AC-5259-40CD-8E60-C7A60C9E094C}" destId="{160743BD-F44D-4BF3-9863-F5D166FDBEF5}" srcOrd="1" destOrd="0" presId="urn:microsoft.com/office/officeart/2005/8/layout/vList2"/>
    <dgm:cxn modelId="{60E45DF3-EA24-4DD4-AF49-155165817C96}" type="presParOf" srcId="{0D5D61AC-5259-40CD-8E60-C7A60C9E094C}" destId="{046C0C59-7736-4C26-9A8E-1506162FED79}" srcOrd="2" destOrd="0" presId="urn:microsoft.com/office/officeart/2005/8/layout/vList2"/>
    <dgm:cxn modelId="{FDC905FA-2C67-4FE5-8984-0E6BB735F7DB}" type="presParOf" srcId="{0D5D61AC-5259-40CD-8E60-C7A60C9E094C}" destId="{F86B86AC-A25F-4FAD-BD44-13D6286DB5AC}" srcOrd="3" destOrd="0" presId="urn:microsoft.com/office/officeart/2005/8/layout/vList2"/>
    <dgm:cxn modelId="{82502A5A-4E62-4019-92F6-54A9112A832D}" type="presParOf" srcId="{0D5D61AC-5259-40CD-8E60-C7A60C9E094C}" destId="{E43C16AD-ED87-4AE7-B02C-E4364DEA3E01}" srcOrd="4" destOrd="0" presId="urn:microsoft.com/office/officeart/2005/8/layout/vList2"/>
    <dgm:cxn modelId="{BD139D4C-DBAA-4949-BDFD-D676101C3E2E}" type="presParOf" srcId="{0D5D61AC-5259-40CD-8E60-C7A60C9E094C}" destId="{6419255D-07C5-4751-8C60-74B067466F25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8273AB-5110-4FB3-8068-77F1E8C19D70}">
      <dsp:nvSpPr>
        <dsp:cNvPr id="0" name=""/>
        <dsp:cNvSpPr/>
      </dsp:nvSpPr>
      <dsp:spPr>
        <a:xfrm>
          <a:off x="0" y="107777"/>
          <a:ext cx="9509124" cy="59604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rtlCol="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9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步骤 1 标题</a:t>
          </a:r>
        </a:p>
      </dsp:txBody>
      <dsp:txXfrm>
        <a:off x="29096" y="136873"/>
        <a:ext cx="9450932" cy="537849"/>
      </dsp:txXfrm>
    </dsp:sp>
    <dsp:sp modelId="{160743BD-F44D-4BF3-9863-F5D166FDBEF5}">
      <dsp:nvSpPr>
        <dsp:cNvPr id="0" name=""/>
        <dsp:cNvSpPr/>
      </dsp:nvSpPr>
      <dsp:spPr>
        <a:xfrm>
          <a:off x="0" y="703819"/>
          <a:ext cx="9509124" cy="707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1915" tIns="24130" rIns="135128" bIns="24130" numCol="1" spcCol="1270" rtlCol="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500" kern="1200">
              <a:latin typeface="微软雅黑" panose="020B0503020204020204" pitchFamily="34" charset="-122"/>
              <a:ea typeface="微软雅黑" panose="020B0503020204020204" pitchFamily="34" charset="-122"/>
            </a:rPr>
            <a:t>任务描述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500" kern="1200">
              <a:latin typeface="微软雅黑" panose="020B0503020204020204" pitchFamily="34" charset="-122"/>
              <a:ea typeface="微软雅黑" panose="020B0503020204020204" pitchFamily="34" charset="-122"/>
            </a:rPr>
            <a:t>任务描述</a:t>
          </a:r>
        </a:p>
      </dsp:txBody>
      <dsp:txXfrm>
        <a:off x="0" y="703819"/>
        <a:ext cx="9509124" cy="707940"/>
      </dsp:txXfrm>
    </dsp:sp>
    <dsp:sp modelId="{046C0C59-7736-4C26-9A8E-1506162FED79}">
      <dsp:nvSpPr>
        <dsp:cNvPr id="0" name=""/>
        <dsp:cNvSpPr/>
      </dsp:nvSpPr>
      <dsp:spPr>
        <a:xfrm>
          <a:off x="0" y="1411759"/>
          <a:ext cx="9509124" cy="59604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rtlCol="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900" kern="1200">
              <a:latin typeface="微软雅黑" panose="020B0503020204020204" pitchFamily="34" charset="-122"/>
              <a:ea typeface="微软雅黑" panose="020B0503020204020204" pitchFamily="34" charset="-122"/>
            </a:rPr>
            <a:t>步骤 2 标题</a:t>
          </a:r>
        </a:p>
      </dsp:txBody>
      <dsp:txXfrm>
        <a:off x="29096" y="1440855"/>
        <a:ext cx="9450932" cy="537849"/>
      </dsp:txXfrm>
    </dsp:sp>
    <dsp:sp modelId="{F86B86AC-A25F-4FAD-BD44-13D6286DB5AC}">
      <dsp:nvSpPr>
        <dsp:cNvPr id="0" name=""/>
        <dsp:cNvSpPr/>
      </dsp:nvSpPr>
      <dsp:spPr>
        <a:xfrm>
          <a:off x="0" y="2007800"/>
          <a:ext cx="9509124" cy="707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1915" tIns="24130" rIns="135128" bIns="24130" numCol="1" spcCol="1270" rtlCol="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500" kern="1200">
              <a:latin typeface="微软雅黑" panose="020B0503020204020204" pitchFamily="34" charset="-122"/>
              <a:ea typeface="微软雅黑" panose="020B0503020204020204" pitchFamily="34" charset="-122"/>
            </a:rPr>
            <a:t>任务描述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500" kern="1200">
              <a:latin typeface="微软雅黑" panose="020B0503020204020204" pitchFamily="34" charset="-122"/>
              <a:ea typeface="微软雅黑" panose="020B0503020204020204" pitchFamily="34" charset="-122"/>
            </a:rPr>
            <a:t>任务描述</a:t>
          </a:r>
        </a:p>
      </dsp:txBody>
      <dsp:txXfrm>
        <a:off x="0" y="2007800"/>
        <a:ext cx="9509124" cy="707940"/>
      </dsp:txXfrm>
    </dsp:sp>
    <dsp:sp modelId="{E43C16AD-ED87-4AE7-B02C-E4364DEA3E01}">
      <dsp:nvSpPr>
        <dsp:cNvPr id="0" name=""/>
        <dsp:cNvSpPr/>
      </dsp:nvSpPr>
      <dsp:spPr>
        <a:xfrm>
          <a:off x="0" y="2715740"/>
          <a:ext cx="9509124" cy="59604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rtlCol="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900" kern="1200">
              <a:latin typeface="微软雅黑" panose="020B0503020204020204" pitchFamily="34" charset="-122"/>
              <a:ea typeface="微软雅黑" panose="020B0503020204020204" pitchFamily="34" charset="-122"/>
            </a:rPr>
            <a:t>步骤 3 标题</a:t>
          </a:r>
        </a:p>
      </dsp:txBody>
      <dsp:txXfrm>
        <a:off x="29096" y="2744836"/>
        <a:ext cx="9450932" cy="537849"/>
      </dsp:txXfrm>
    </dsp:sp>
    <dsp:sp modelId="{6419255D-07C5-4751-8C60-74B067466F25}">
      <dsp:nvSpPr>
        <dsp:cNvPr id="0" name=""/>
        <dsp:cNvSpPr/>
      </dsp:nvSpPr>
      <dsp:spPr>
        <a:xfrm>
          <a:off x="0" y="3311782"/>
          <a:ext cx="9509124" cy="707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1915" tIns="24130" rIns="135128" bIns="24130" numCol="1" spcCol="1270" rtlCol="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500" kern="1200">
              <a:latin typeface="微软雅黑" panose="020B0503020204020204" pitchFamily="34" charset="-122"/>
              <a:ea typeface="微软雅黑" panose="020B0503020204020204" pitchFamily="34" charset="-122"/>
            </a:rPr>
            <a:t>任务描述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500" kern="1200">
              <a:latin typeface="微软雅黑" panose="020B0503020204020204" pitchFamily="34" charset="-122"/>
              <a:ea typeface="微软雅黑" panose="020B0503020204020204" pitchFamily="34" charset="-122"/>
            </a:rPr>
            <a:t>任务描述</a:t>
          </a:r>
        </a:p>
      </dsp:txBody>
      <dsp:txXfrm>
        <a:off x="0" y="3311782"/>
        <a:ext cx="9509124" cy="7079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17FBAEA-E6C2-4F9C-838B-82C8CC86B438}" type="datetime2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2018年1月9日</a:t>
            </a:fld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BAE14B8-3CC9-472D-9BC5-A84D80684DE2}" type="slidenum"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D9ECDE0-A932-4488-BADD-31E4128A15DC}" type="datetime2">
              <a:rPr lang="zh-CN" altLang="en-US" smtClean="0"/>
              <a:pPr/>
              <a:t>2018年1月9日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FB667E1-E601-4AAF-B95C-B25720D70A6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7FB667E1-E601-4AAF-B95C-B25720D70A60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8996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7FB667E1-E601-4AAF-B95C-B25720D70A60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0303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7FB667E1-E601-4AAF-B95C-B25720D70A60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2395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7FB667E1-E601-4AAF-B95C-B25720D70A60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fld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5919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FB667E1-E601-4AAF-B95C-B25720D70A60}" type="slidenum">
              <a:rPr 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fld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6056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7FB667E1-E601-4AAF-B95C-B25720D70A60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fld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2955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7FB667E1-E601-4AAF-B95C-B25720D70A60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fld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14283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7FB667E1-E601-4AAF-B95C-B25720D70A60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fld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21360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7FB667E1-E601-4AAF-B95C-B25720D70A60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fld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31519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7FB667E1-E601-4AAF-B95C-B25720D70A60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fld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46050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7FB667E1-E601-4AAF-B95C-B25720D70A60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fld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4479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1" y="0"/>
            <a:ext cx="12188826" cy="1905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/>
          </a:p>
        </p:txBody>
      </p:sp>
      <p:sp>
        <p:nvSpPr>
          <p:cNvPr id="9" name="矩形 8"/>
          <p:cNvSpPr/>
          <p:nvPr/>
        </p:nvSpPr>
        <p:spPr>
          <a:xfrm>
            <a:off x="-1" y="5102352"/>
            <a:ext cx="12188826" cy="17556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95400" y="2286000"/>
            <a:ext cx="9601200" cy="1517904"/>
          </a:xfrm>
        </p:spPr>
        <p:txBody>
          <a:bodyPr rtlCol="0" anchor="b"/>
          <a:lstStyle>
            <a:lvl1pPr algn="ctr">
              <a:defRPr sz="54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baseline="0"/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38288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CN" altLang="en-US" noProof="0" dirty="0"/>
              <a:t>添加页脚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E4C9B8F-ED0D-441B-93B5-73E5ADEC8F7A}" type="datetime2">
              <a:rPr lang="zh-CN" altLang="en-US" noProof="0" smtClean="0"/>
              <a:t>2018年1月9日</a:t>
            </a:fld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A8D9AD5-F248-4919-864A-CFD76CC027D6}" type="slidenum">
              <a:rPr lang="en-US" altLang="zh-CN" noProof="0" smtClean="0"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0" y="274320"/>
            <a:ext cx="12192000" cy="6309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rtlCol="0" anchor="b">
            <a:normAutofit/>
          </a:bodyPr>
          <a:lstStyle>
            <a:lvl1pPr algn="ctr">
              <a:defRPr sz="5400" b="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rtlCol="0" anchor="t"/>
          <a:lstStyle>
            <a:lvl1pPr marL="0" indent="0" algn="ctr">
              <a:spcBef>
                <a:spcPts val="0"/>
              </a:spcBef>
              <a:buNone/>
              <a:defRPr sz="2000" cap="all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CN" altLang="en-US" noProof="0" dirty="0"/>
              <a:t>添加页脚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6CFF333-CAF4-47F4-B609-248F94A8651D}" type="datetime2">
              <a:rPr lang="zh-CN" altLang="en-US" noProof="0" smtClean="0"/>
              <a:t>2018年1月9日</a:t>
            </a:fld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A8D9AD5-F248-4919-864A-CFD76CC027D6}" type="slidenum">
              <a:rPr lang="en-US" altLang="zh-CN" noProof="0" smtClean="0"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715843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CN" altLang="en-US" noProof="0" dirty="0"/>
              <a:t>添加页脚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81C7592-0418-4392-9461-A3A685A5B954}" type="datetime2">
              <a:rPr lang="zh-CN" altLang="en-US" noProof="0" smtClean="0"/>
              <a:t>2018年1月9日</a:t>
            </a:fld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D06EF73-9DB8-4763-865F-2F88181A4732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92305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CN" altLang="en-US" noProof="0" dirty="0"/>
              <a:t>添加页脚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4B7073-0DB1-4EA3-896B-0F08756C7633}" type="datetime2">
              <a:rPr lang="zh-CN" altLang="en-US" noProof="0" smtClean="0"/>
              <a:t>2018年1月9日</a:t>
            </a:fld>
            <a:endParaRPr lang="zh-CN" altLang="en-US" noProof="0" dirty="0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A8D9AD5-F248-4919-864A-CFD76CC027D6}" type="slidenum">
              <a:rPr lang="en-US" altLang="zh-CN" noProof="0" smtClean="0"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05708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CN" altLang="en-US" noProof="0" dirty="0"/>
              <a:t>添加页脚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A75D6F9-0026-4B86-A9C0-C993048D8C42}" type="datetime2">
              <a:rPr lang="zh-CN" altLang="en-US" noProof="0" smtClean="0"/>
              <a:t>2018年1月9日</a:t>
            </a:fld>
            <a:endParaRPr lang="zh-CN" altLang="en-US" noProof="0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A8D9AD5-F248-4919-864A-CFD76CC027D6}" type="slidenum">
              <a:rPr lang="en-US" altLang="zh-CN" noProof="0" smtClean="0"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84201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​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CN" altLang="en-US" noProof="0" dirty="0"/>
              <a:t>添加页脚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1F0462-7A6E-4803-9749-C3B78B31BD60}" type="datetime2">
              <a:rPr lang="zh-CN" altLang="en-US" noProof="0" smtClean="0"/>
              <a:t>2018年1月9日</a:t>
            </a:fld>
            <a:endParaRPr lang="zh-CN" altLang="en-US" noProof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A8D9AD5-F248-4919-864A-CFD76CC027D6}" type="slidenum">
              <a:rPr lang="en-US" altLang="zh-CN" noProof="0" smtClean="0"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CN" altLang="en-US" noProof="0" dirty="0"/>
              <a:t>添加页脚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F800B45-6479-43B8-81E0-717C32FCDA17}" type="datetime2">
              <a:rPr lang="zh-CN" altLang="en-US" noProof="0" smtClean="0"/>
              <a:t>2018年1月9日</a:t>
            </a:fld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A8D9AD5-F248-4919-864A-CFD76CC027D6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3594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 descr="为添加图像预留的空占位符。单击占位符，选择要添加的图像。"/>
          <p:cNvSpPr>
            <a:spLocks noGrp="1"/>
          </p:cNvSpPr>
          <p:nvPr>
            <p:ph type="pic" idx="1"/>
          </p:nvPr>
        </p:nvSpPr>
        <p:spPr>
          <a:xfrm>
            <a:off x="301752" y="502920"/>
            <a:ext cx="670255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 rtlCol="0"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CN" altLang="en-US" noProof="0" dirty="0"/>
              <a:t>添加页脚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ACA21B-F8E6-4CE8-8C10-FEA2D0B508EC}" type="datetime2">
              <a:rPr lang="zh-CN" altLang="en-US" noProof="0" smtClean="0"/>
              <a:t>2018年1月9日</a:t>
            </a:fld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A8D9AD5-F248-4919-864A-CFD76CC027D6}" type="slidenum">
              <a:rPr lang="en-US" altLang="zh-CN" noProof="0" smtClean="0"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CN" altLang="en-US" noProof="0" dirty="0"/>
              <a:t>添加页脚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2FB924FA-5C7C-4531-9508-4EC93CD99CFC}" type="datetime2">
              <a:rPr lang="zh-CN" altLang="en-US" noProof="0" smtClean="0"/>
              <a:t>2018年1月9日</a:t>
            </a:fld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A8D9AD5-F248-4919-864A-CFD76CC027D6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33857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CN" altLang="en-US" noProof="0" dirty="0"/>
              <a:t>添加页脚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B3C126-703A-40CF-978D-DE5546258945}" type="datetime2">
              <a:rPr lang="zh-CN" altLang="en-US" noProof="0" smtClean="0"/>
              <a:t>2018年1月9日</a:t>
            </a:fld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A8D9AD5-F248-4919-864A-CFD76CC027D6}" type="slidenum">
              <a:rPr lang="en-US" altLang="zh-CN" noProof="0" smtClean="0"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75155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0" dirty="0"/>
              <a:t>添加页脚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75775" y="6601968"/>
            <a:ext cx="1190937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D98363D-0C7D-41F4-A2BF-AE2C58D4C4B8}" type="datetime2">
              <a:rPr lang="zh-CN" altLang="en-US" noProof="0" smtClean="0"/>
              <a:t>2018年1月9日</a:t>
            </a:fld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A8D9AD5-F248-4919-864A-CFD76CC027D6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zh-cn" dirty="0"/>
              <a:t>标题布局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zh-cn"/>
              <a:t>副标题</a:t>
            </a:r>
          </a:p>
        </p:txBody>
      </p:sp>
    </p:spTree>
    <p:extLst>
      <p:ext uri="{BB962C8B-B14F-4D97-AF65-F5344CB8AC3E}">
        <p14:creationId xmlns:p14="http://schemas.microsoft.com/office/powerpoint/2010/main" val="325067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/>
              <a:t>标题和包含列表的内容布局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zh-cn"/>
              <a:t>在此处添加第一个项目要点</a:t>
            </a:r>
          </a:p>
          <a:p>
            <a:pPr rtl="0"/>
            <a:r>
              <a:rPr lang="zh-cn"/>
              <a:t>在此处添加第二个项目要点</a:t>
            </a:r>
          </a:p>
          <a:p>
            <a:pPr rtl="0"/>
            <a:r>
              <a:rPr lang="zh-cn"/>
              <a:t>在此处添加第三个项目要点</a:t>
            </a:r>
          </a:p>
        </p:txBody>
      </p:sp>
    </p:spTree>
    <p:extLst>
      <p:ext uri="{BB962C8B-B14F-4D97-AF65-F5344CB8AC3E}">
        <p14:creationId xmlns:p14="http://schemas.microsoft.com/office/powerpoint/2010/main" val="2771859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/>
              <a:t>标题和包含图表的内容布局</a:t>
            </a:r>
          </a:p>
        </p:txBody>
      </p:sp>
      <p:graphicFrame>
        <p:nvGraphicFramePr>
          <p:cNvPr id="7" name="内容占位符 6" descr="簇状柱形图表示&#10;4 种类别的 2 个系列和 1 个行的组合图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5982153"/>
              </p:ext>
            </p:extLst>
          </p:nvPr>
        </p:nvGraphicFramePr>
        <p:xfrm>
          <a:off x="1341438" y="1901825"/>
          <a:ext cx="9509125" cy="412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56610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/>
              <a:t>包含表格的两栏内容布局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pPr rtl="0"/>
            <a:r>
              <a:rPr lang="zh-cn"/>
              <a:t>此处是第一个项目要点</a:t>
            </a:r>
          </a:p>
          <a:p>
            <a:pPr rtl="0"/>
            <a:r>
              <a:rPr lang="zh-cn"/>
              <a:t>此处是第二个项目要点</a:t>
            </a:r>
          </a:p>
          <a:p>
            <a:pPr rtl="0"/>
            <a:r>
              <a:rPr lang="zh-cn"/>
              <a:t>此处是第三个项目要点</a:t>
            </a:r>
            <a:endParaRPr lang="en-US" dirty="0"/>
          </a:p>
        </p:txBody>
      </p:sp>
      <p:graphicFrame>
        <p:nvGraphicFramePr>
          <p:cNvPr id="9" name="内容占位符 8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95481553"/>
              </p:ext>
            </p:extLst>
          </p:nvPr>
        </p:nvGraphicFramePr>
        <p:xfrm>
          <a:off x="6278563" y="1901825"/>
          <a:ext cx="4572000" cy="203712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282">
                <a:tc>
                  <a:txBody>
                    <a:bodyPr/>
                    <a:lstStyle/>
                    <a:p>
                      <a:pPr rtl="0"/>
                      <a:r>
                        <a:rPr 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 1</a:t>
                      </a:r>
                      <a:endParaRPr 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282">
                <a:tc>
                  <a:txBody>
                    <a:bodyPr/>
                    <a:lstStyle/>
                    <a:p>
                      <a:pPr rtl="0"/>
                      <a:r>
                        <a:rPr 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282">
                <a:tc>
                  <a:txBody>
                    <a:bodyPr/>
                    <a:lstStyle/>
                    <a:p>
                      <a:pPr rtl="0"/>
                      <a:r>
                        <a:rPr 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282">
                <a:tc>
                  <a:txBody>
                    <a:bodyPr/>
                    <a:lstStyle/>
                    <a:p>
                      <a:pPr rtl="0"/>
                      <a:r>
                        <a:rPr 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323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/>
              <a:t>标题和包含 SmartArt 的内容布局</a:t>
            </a:r>
          </a:p>
        </p:txBody>
      </p:sp>
      <p:graphicFrame>
        <p:nvGraphicFramePr>
          <p:cNvPr id="3" name="内容占位符 2" descr="垂直重点列表显示垂直排列的 3 个组，且每组下有项目要点对任务进行描述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05077"/>
              </p:ext>
            </p:extLst>
          </p:nvPr>
        </p:nvGraphicFramePr>
        <p:xfrm>
          <a:off x="1341438" y="1901825"/>
          <a:ext cx="9509125" cy="4127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45761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/>
              <a:t>添加幻灯片标题 - 1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13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/>
              <a:t>添加幻灯片标题 - 2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3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4"/>
          </p:nvPr>
        </p:nvSpPr>
        <p:spPr/>
        <p:txBody>
          <a:bodyPr rtlCol="0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70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/>
              <a:t>添加幻灯片标题 - 3</a:t>
            </a:r>
          </a:p>
        </p:txBody>
      </p:sp>
    </p:spTree>
    <p:extLst>
      <p:ext uri="{BB962C8B-B14F-4D97-AF65-F5344CB8AC3E}">
        <p14:creationId xmlns:p14="http://schemas.microsoft.com/office/powerpoint/2010/main" val="406481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42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/>
              <a:t>添加幻灯片标题 - 4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/>
          </p:nvPr>
        </p:nvSpPr>
        <p:spPr/>
        <p:txBody>
          <a:bodyPr rtlCol="0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669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/>
              <a:t>添加幻灯片标题 - 5</a:t>
            </a:r>
          </a:p>
        </p:txBody>
      </p:sp>
      <p:sp>
        <p:nvSpPr>
          <p:cNvPr id="5" name="图片占位符 4" descr="为添加图像预留的空占位符。单击占位符，选择要添加的图像"/>
          <p:cNvSpPr>
            <a:spLocks noGrp="1"/>
          </p:cNvSpPr>
          <p:nvPr>
            <p:ph type="pic" idx="1"/>
          </p:nvPr>
        </p:nvSpPr>
        <p:spPr/>
      </p:sp>
      <p:sp>
        <p:nvSpPr>
          <p:cNvPr id="7" name="文本占位符 6"/>
          <p:cNvSpPr>
            <a:spLocks noGrp="1"/>
          </p:cNvSpPr>
          <p:nvPr>
            <p:ph type="body" sz="half" idx="2"/>
          </p:nvPr>
        </p:nvSpPr>
        <p:spPr/>
        <p:txBody>
          <a:bodyPr rtlCol="0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48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青色镶边设计 16x9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246195_TF02895254" id="{EFC1B834-9C0A-4AEB-8CA6-A4EB25A64C50}" vid="{6D84CB04-6D90-439B-B177-3B71BC5E2902}"/>
    </a:ext>
  </a:extLst>
</a:theme>
</file>

<file path=ppt/theme/theme2.xml><?xml version="1.0" encoding="utf-8"?>
<a:theme xmlns:a="http://schemas.openxmlformats.org/drawingml/2006/main" name="Office 主题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办公室主题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D65A2C9-CB67-4F36-A412-EEC1AD297F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0B0D886-CB8D-4564-A797-C05BC7D513A8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40262f94-9f35-4ac3-9a90-690165a166b7"/>
    <ds:schemaRef ds:uri="a4f35948-e619-41b3-aa29-22878b09cfd2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AC2023F-644C-4F7E-8E8C-CDBE4A63C7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青色镶边演示文稿（宽屏）</Template>
  <TotalTime>0</TotalTime>
  <Words>144</Words>
  <Application>Microsoft Office PowerPoint</Application>
  <PresentationFormat>宽屏</PresentationFormat>
  <Paragraphs>49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微软雅黑</vt:lpstr>
      <vt:lpstr>幼圆</vt:lpstr>
      <vt:lpstr>Arial</vt:lpstr>
      <vt:lpstr>Calibri</vt:lpstr>
      <vt:lpstr>青色镶边设计 16x9</vt:lpstr>
      <vt:lpstr>标题布局</vt:lpstr>
      <vt:lpstr>标题和包含列表的内容布局</vt:lpstr>
      <vt:lpstr>标题和包含图表的内容布局</vt:lpstr>
      <vt:lpstr>包含表格的两栏内容布局</vt:lpstr>
      <vt:lpstr>标题和包含 SmartArt 的内容布局</vt:lpstr>
      <vt:lpstr>添加幻灯片标题 - 1</vt:lpstr>
      <vt:lpstr>添加幻灯片标题 - 2</vt:lpstr>
      <vt:lpstr>添加幻灯片标题 - 3</vt:lpstr>
      <vt:lpstr>PowerPoint 演示文稿</vt:lpstr>
      <vt:lpstr>添加幻灯片标题 - 4</vt:lpstr>
      <vt:lpstr>添加幻灯片标题 - 5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标题布局</dc:title>
  <dc:creator>任鹏飞</dc:creator>
  <cp:lastModifiedBy>任鹏飞</cp:lastModifiedBy>
  <cp:revision>1</cp:revision>
  <dcterms:created xsi:type="dcterms:W3CDTF">2018-01-09T14:32:54Z</dcterms:created>
  <dcterms:modified xsi:type="dcterms:W3CDTF">2018-01-09T14:33:28Z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