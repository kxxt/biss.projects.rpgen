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3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19F7C-0592-4BBF-8B46-82144ED08510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F43C35-614E-40E6-B930-6FB3F953A1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983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7FB667E1-E601-4AAF-B95C-B25720D70A60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fld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467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" y="0"/>
            <a:ext cx="12188826" cy="190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9" name="矩形 8"/>
          <p:cNvSpPr/>
          <p:nvPr/>
        </p:nvSpPr>
        <p:spPr>
          <a:xfrm>
            <a:off x="-1" y="5102352"/>
            <a:ext cx="12188826" cy="17556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5400" y="2286000"/>
            <a:ext cx="9601200" cy="1517904"/>
          </a:xfrm>
        </p:spPr>
        <p:txBody>
          <a:bodyPr rtlCol="0" anchor="b"/>
          <a:lstStyle>
            <a:lvl1pPr algn="ctr">
              <a:defRPr sz="54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/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46579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3491DF-6A89-4384-9D5E-C6999BC3634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76182C8A-11BF-4146-A483-F4A247969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425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0" y="274320"/>
            <a:ext cx="12192000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rtlCol="0" anchor="b">
            <a:normAutofit/>
          </a:bodyPr>
          <a:lstStyle>
            <a:lvl1pPr algn="ctr">
              <a:defRPr sz="5400" b="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rtlCol="0" anchor="t"/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3491DF-6A89-4384-9D5E-C6999BC3634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76182C8A-11BF-4146-A483-F4A247969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46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3491DF-6A89-4384-9D5E-C6999BC3634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76182C8A-11BF-4146-A483-F4A247969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87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3491DF-6A89-4384-9D5E-C6999BC3634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76182C8A-11BF-4146-A483-F4A247969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752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3491DF-6A89-4384-9D5E-C6999BC3634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76182C8A-11BF-4146-A483-F4A247969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40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​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3491DF-6A89-4384-9D5E-C6999BC3634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76182C8A-11BF-4146-A483-F4A247969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69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3491DF-6A89-4384-9D5E-C6999BC3634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76182C8A-11BF-4146-A483-F4A247969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03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 descr="为添加图像预留的空占位符。单击占位符，选择要添加的图像。"/>
          <p:cNvSpPr>
            <a:spLocks noGrp="1"/>
          </p:cNvSpPr>
          <p:nvPr>
            <p:ph type="pic" idx="1"/>
          </p:nvPr>
        </p:nvSpPr>
        <p:spPr>
          <a:xfrm>
            <a:off x="301752" y="502920"/>
            <a:ext cx="670255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 rtlCol="0"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3491DF-6A89-4384-9D5E-C6999BC3634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76182C8A-11BF-4146-A483-F4A247969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49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3491DF-6A89-4384-9D5E-C6999BC3634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76182C8A-11BF-4146-A483-F4A247969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8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73491DF-6A89-4384-9D5E-C6999BC3634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76182C8A-11BF-4146-A483-F4A247969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850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75775" y="6601968"/>
            <a:ext cx="1190937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73491DF-6A89-4384-9D5E-C6999BC3634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6182C8A-11BF-4146-A483-F4A247969E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5641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1120" y="434109"/>
            <a:ext cx="9509760" cy="1233424"/>
          </a:xfrm>
        </p:spPr>
        <p:txBody>
          <a:bodyPr rtlCol="0"/>
          <a:lstStyle/>
          <a:p>
            <a:pPr rtl="0"/>
            <a:r>
              <a:rPr lang="en-US" altLang="zh-CN" dirty="0"/>
              <a:t>$PAGE_TITLE$</a:t>
            </a:r>
            <a:endParaRPr lang="en-US" dirty="0"/>
          </a:p>
        </p:txBody>
      </p:sp>
      <p:graphicFrame>
        <p:nvGraphicFramePr>
          <p:cNvPr id="9" name="内容占位符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70027555"/>
              </p:ext>
            </p:extLst>
          </p:nvPr>
        </p:nvGraphicFramePr>
        <p:xfrm>
          <a:off x="1341120" y="1901825"/>
          <a:ext cx="4572000" cy="203712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282">
                <a:tc>
                  <a:txBody>
                    <a:bodyPr/>
                    <a:lstStyle/>
                    <a:p>
                      <a:pPr rtl="0"/>
                      <a:r>
                        <a:rPr 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 1</a:t>
                      </a:r>
                      <a:endParaRPr 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282">
                <a:tc>
                  <a:txBody>
                    <a:bodyPr/>
                    <a:lstStyle/>
                    <a:p>
                      <a:pPr rtl="0"/>
                      <a:r>
                        <a:rPr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82">
                <a:tc>
                  <a:txBody>
                    <a:bodyPr/>
                    <a:lstStyle/>
                    <a:p>
                      <a:pPr rtl="0"/>
                      <a:r>
                        <a:rPr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82">
                <a:tc>
                  <a:txBody>
                    <a:bodyPr/>
                    <a:lstStyle/>
                    <a:p>
                      <a:pPr rtl="0"/>
                      <a:r>
                        <a:rPr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32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" id="{4192A90E-B9ED-4023-BB4F-1278B096D6D1}" vid="{8996DDCE-6959-415B-8C98-C7237CBC03C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2</TotalTime>
  <Words>23</Words>
  <Application>Microsoft Office PowerPoint</Application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微软雅黑</vt:lpstr>
      <vt:lpstr>幼圆</vt:lpstr>
      <vt:lpstr>Arial</vt:lpstr>
      <vt:lpstr>Calibri</vt:lpstr>
      <vt:lpstr>default</vt:lpstr>
      <vt:lpstr>$PAGE_TITLE$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$PAGE_TITLE$</dc:title>
  <dc:creator>任鹏飞</dc:creator>
  <cp:lastModifiedBy>任鹏飞</cp:lastModifiedBy>
  <cp:revision>1</cp:revision>
  <dcterms:created xsi:type="dcterms:W3CDTF">2018-02-16T12:54:04Z</dcterms:created>
  <dcterms:modified xsi:type="dcterms:W3CDTF">2018-02-16T12:56:04Z</dcterms:modified>
</cp:coreProperties>
</file>