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</cx:f>
        <cx:lvl ptCount="76" formatCode="G/通用格式">
          <cx:pt idx="0">1</cx:pt>
          <cx:pt idx="1">3</cx:pt>
          <cx:pt idx="2">3</cx:pt>
          <cx:pt idx="3">3</cx:pt>
          <cx:pt idx="4">5</cx:pt>
          <cx:pt idx="5">6</cx:pt>
          <cx:pt idx="6">6</cx:pt>
          <cx:pt idx="7">6</cx:pt>
          <cx:pt idx="8">7</cx:pt>
          <cx:pt idx="9">8</cx:pt>
          <cx:pt idx="10">8</cx:pt>
          <cx:pt idx="11">9</cx:pt>
          <cx:pt idx="12">9</cx:pt>
          <cx:pt idx="13">9</cx:pt>
          <cx:pt idx="14">9</cx:pt>
          <cx:pt idx="15">9</cx:pt>
          <cx:pt idx="16">10</cx:pt>
          <cx:pt idx="17">10</cx:pt>
          <cx:pt idx="18">10</cx:pt>
          <cx:pt idx="19">10</cx:pt>
          <cx:pt idx="20">10</cx:pt>
          <cx:pt idx="21">10</cx:pt>
          <cx:pt idx="22">11</cx:pt>
          <cx:pt idx="23">11</cx:pt>
          <cx:pt idx="24">11</cx:pt>
          <cx:pt idx="25">11</cx:pt>
          <cx:pt idx="26">11</cx:pt>
          <cx:pt idx="27">11</cx:pt>
          <cx:pt idx="28">12</cx:pt>
          <cx:pt idx="29">12</cx:pt>
          <cx:pt idx="30">12</cx:pt>
          <cx:pt idx="31">12</cx:pt>
          <cx:pt idx="32">12</cx:pt>
          <cx:pt idx="33">12</cx:pt>
          <cx:pt idx="34">13</cx:pt>
          <cx:pt idx="35">13</cx:pt>
          <cx:pt idx="36">13</cx:pt>
          <cx:pt idx="37">13</cx:pt>
          <cx:pt idx="38">13</cx:pt>
          <cx:pt idx="39">14</cx:pt>
          <cx:pt idx="40">14</cx:pt>
          <cx:pt idx="41">14</cx:pt>
          <cx:pt idx="42">14</cx:pt>
          <cx:pt idx="43">14</cx:pt>
          <cx:pt idx="44">14</cx:pt>
          <cx:pt idx="45">15</cx:pt>
          <cx:pt idx="46">15</cx:pt>
          <cx:pt idx="47">15</cx:pt>
          <cx:pt idx="48">15</cx:pt>
          <cx:pt idx="49">15</cx:pt>
          <cx:pt idx="50">15</cx:pt>
          <cx:pt idx="51">15</cx:pt>
          <cx:pt idx="52">15</cx:pt>
          <cx:pt idx="53">16</cx:pt>
          <cx:pt idx="54">16</cx:pt>
          <cx:pt idx="55">16</cx:pt>
          <cx:pt idx="56">16</cx:pt>
          <cx:pt idx="57">17</cx:pt>
          <cx:pt idx="58">17</cx:pt>
          <cx:pt idx="59">17</cx:pt>
          <cx:pt idx="60">17</cx:pt>
          <cx:pt idx="61">17</cx:pt>
          <cx:pt idx="62">17</cx:pt>
          <cx:pt idx="63">18</cx:pt>
          <cx:pt idx="64">18</cx:pt>
          <cx:pt idx="65">18</cx:pt>
          <cx:pt idx="66">18</cx:pt>
          <cx:pt idx="67">19</cx:pt>
          <cx:pt idx="68">19</cx:pt>
          <cx:pt idx="69">19</cx:pt>
          <cx:pt idx="70">20</cx:pt>
          <cx:pt idx="71">21</cx:pt>
          <cx:pt idx="72">22</cx:pt>
          <cx:pt idx="73">22</cx:pt>
          <cx:pt idx="74">24</cx:pt>
          <cx:pt idx="75">24</cx:pt>
        </cx:lvl>
      </cx:numDim>
    </cx:data>
  </cx:chartData>
  <cx:chart>
    <cx:title pos="t" align="ctr" overlay="0">
      <cx:tx>
        <cx:txData>
          <cx:v>图表标题</cx:v>
        </cx:txData>
      </cx:tx>
    </cx:title>
    <cx:plotArea>
      <cx:plotAreaRegion>
        <cx:series layoutId="clusteredColumn" uniqueId="{74369217-D4CD-496C-B804-BC3DA6B7C200}">
          <cx:tx>
            <cx:txData>
              <cx:f>Sheet1!$A$1</cx:f>
              <cx:v>TITLE</cx:v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" y="0"/>
            <a:ext cx="12188826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9" name="矩形 8"/>
          <p:cNvSpPr/>
          <p:nvPr/>
        </p:nvSpPr>
        <p:spPr>
          <a:xfrm>
            <a:off x="-1" y="5102352"/>
            <a:ext cx="12188826" cy="17556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5400" y="2286000"/>
            <a:ext cx="9601200" cy="1517904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82111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AD7AAD8-D20F-4D30-B49F-63FCFCA96786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767B4DD-AC02-4529-B056-8817E9519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10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274320"/>
            <a:ext cx="12192000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rtlCol="0" anchor="b">
            <a:normAutofit/>
          </a:bodyPr>
          <a:lstStyle>
            <a:lvl1pPr algn="ctr">
              <a:defRPr sz="5400" b="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rtlCol="0" anchor="t"/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AD7AAD8-D20F-4D30-B49F-63FCFCA96786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767B4DD-AC02-4529-B056-8817E9519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15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AD7AAD8-D20F-4D30-B49F-63FCFCA96786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767B4DD-AC02-4529-B056-8817E9519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54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AD7AAD8-D20F-4D30-B49F-63FCFCA96786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767B4DD-AC02-4529-B056-8817E9519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63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AD7AAD8-D20F-4D30-B49F-63FCFCA96786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767B4DD-AC02-4529-B056-8817E9519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79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​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AD7AAD8-D20F-4D30-B49F-63FCFCA96786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767B4DD-AC02-4529-B056-8817E9519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93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AD7AAD8-D20F-4D30-B49F-63FCFCA96786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767B4DD-AC02-4529-B056-8817E9519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41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301752" y="502920"/>
            <a:ext cx="670255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AD7AAD8-D20F-4D30-B49F-63FCFCA96786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767B4DD-AC02-4529-B056-8817E9519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54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AD7AAD8-D20F-4D30-B49F-63FCFCA96786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767B4DD-AC02-4529-B056-8817E9519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70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AD7AAD8-D20F-4D30-B49F-63FCFCA96786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767B4DD-AC02-4529-B056-8817E9519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96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75775" y="6601968"/>
            <a:ext cx="1190937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AD7AAD8-D20F-4D30-B49F-63FCFCA96786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767B4DD-AC02-4529-B056-8817E9519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022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484CF-3EDE-46C4-A622-1D9161CB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$PAGE_TITLE$</a:t>
            </a:r>
            <a:endParaRPr lang="zh-CN" altLang="en-US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7" name="内容占位符 6">
                <a:extLst>
                  <a:ext uri="{FF2B5EF4-FFF2-40B4-BE49-F238E27FC236}">
                    <a16:creationId xmlns:a16="http://schemas.microsoft.com/office/drawing/2014/main" id="{5DF3AD78-D4E2-4D2B-A020-139425C1A87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23019104"/>
                  </p:ext>
                </p:extLst>
              </p:nvPr>
            </p:nvGraphicFramePr>
            <p:xfrm>
              <a:off x="1341438" y="1901825"/>
              <a:ext cx="9509125" cy="41275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7" name="内容占位符 6">
                <a:extLst>
                  <a:ext uri="{FF2B5EF4-FFF2-40B4-BE49-F238E27FC236}">
                    <a16:creationId xmlns:a16="http://schemas.microsoft.com/office/drawing/2014/main" id="{5DF3AD78-D4E2-4D2B-A020-139425C1A8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1438" y="1901825"/>
                <a:ext cx="9509125" cy="4127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045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" id="{4192A90E-B9ED-4023-BB4F-1278B096D6D1}" vid="{8996DDCE-6959-415B-8C98-C7237CBC03C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2</TotalTime>
  <Words>7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幼圆</vt:lpstr>
      <vt:lpstr>Arial</vt:lpstr>
      <vt:lpstr>Calibri</vt:lpstr>
      <vt:lpstr>default</vt:lpstr>
      <vt:lpstr>$PAGE_TITLE$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$PAGE_TITLE$</dc:title>
  <dc:creator>任鹏飞</dc:creator>
  <cp:lastModifiedBy>任鹏飞</cp:lastModifiedBy>
  <cp:revision>1</cp:revision>
  <dcterms:created xsi:type="dcterms:W3CDTF">2018-02-16T13:02:01Z</dcterms:created>
  <dcterms:modified xsi:type="dcterms:W3CDTF">2018-02-16T13:04:07Z</dcterms:modified>
</cp:coreProperties>
</file>