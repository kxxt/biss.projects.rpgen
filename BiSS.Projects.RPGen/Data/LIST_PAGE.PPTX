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5DC9FF-FC67-4C58-AB18-26DC0DD323F4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A1909-5939-4E34-829A-104084B7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855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7FB667E1-E601-4AAF-B95C-B25720D70A60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205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" y="0"/>
            <a:ext cx="12188826" cy="1905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9" name="矩形 8"/>
          <p:cNvSpPr/>
          <p:nvPr/>
        </p:nvSpPr>
        <p:spPr>
          <a:xfrm>
            <a:off x="-1" y="5102352"/>
            <a:ext cx="12188826" cy="17556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2286000"/>
            <a:ext cx="9601200" cy="1517904"/>
          </a:xfrm>
        </p:spPr>
        <p:txBody>
          <a:bodyPr rtlCol="0" anchor="b"/>
          <a:lstStyle>
            <a:lvl1pPr algn="ctr">
              <a:defRPr sz="54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/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34229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5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274320"/>
            <a:ext cx="12192000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rtlCol="0" anchor="b">
            <a:normAutofit/>
          </a:bodyPr>
          <a:lstStyle>
            <a:lvl1pPr algn="ctr">
              <a:defRPr sz="5400" b="0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rtlCol="0"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61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754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28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​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08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52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 descr="为添加图像预留的空占位符。单击占位符，选择要添加的图像。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 rtlCol="0"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58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vert" rtlCol="0"/>
          <a:lstStyle/>
          <a:p>
            <a:pPr lvl="0" rtl="0"/>
            <a:r>
              <a:rPr lang="zh-CN" altLang="en-US" noProof="0"/>
              <a:t>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0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75775" y="6601968"/>
            <a:ext cx="1190937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E5F7348-0C09-463C-8974-7F5F769CD863}" type="datetimeFigureOut">
              <a:rPr lang="zh-CN" altLang="en-US" smtClean="0"/>
              <a:t>2018/2/16</a:t>
            </a:fld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E32EC6-C59B-4E31-85B0-666BBD756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558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$LIST_PAGE_TITLE$</a:t>
            </a:r>
            <a:endParaRPr lang="zh-cn" dirty="0"/>
          </a:p>
        </p:txBody>
      </p:sp>
      <p:sp>
        <p:nvSpPr>
          <p:cNvPr id="14" name="内容占位符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$ITEM1$</a:t>
            </a:r>
            <a:endParaRPr lang="zh-cn" dirty="0"/>
          </a:p>
          <a:p>
            <a:r>
              <a:rPr lang="en-US" altLang="zh-CN" dirty="0"/>
              <a:t>$ITEM2$</a:t>
            </a:r>
            <a:endParaRPr lang="zh-cn" altLang="zh-CN" dirty="0"/>
          </a:p>
          <a:p>
            <a:r>
              <a:rPr lang="en-US" altLang="zh-CN"/>
              <a:t>$ITEM3$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7718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4192A90E-B9ED-4023-BB4F-1278B096D6D1}" vid="{8996DDCE-6959-415B-8C98-C7237CBC03C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1</TotalTime>
  <Words>17</Words>
  <Application>Microsoft Office PowerPoint</Application>
  <PresentationFormat>宽屏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幼圆</vt:lpstr>
      <vt:lpstr>Arial</vt:lpstr>
      <vt:lpstr>Calibri</vt:lpstr>
      <vt:lpstr>default</vt:lpstr>
      <vt:lpstr>$LIST_PAGE_TITLE$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$LIST_PAGE_TITLE$</dc:title>
  <dc:creator>任鹏飞</dc:creator>
  <cp:lastModifiedBy>任鹏飞</cp:lastModifiedBy>
  <cp:revision>1</cp:revision>
  <dcterms:created xsi:type="dcterms:W3CDTF">2018-02-16T12:48:46Z</dcterms:created>
  <dcterms:modified xsi:type="dcterms:W3CDTF">2018-02-16T12:50:22Z</dcterms:modified>
</cp:coreProperties>
</file>