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$GRAPH_TITLE$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x1</c:v>
                </c:pt>
                <c:pt idx="1">
                  <c:v>x2</c:v>
                </c:pt>
                <c:pt idx="2">
                  <c:v>x3</c:v>
                </c:pt>
                <c:pt idx="3">
                  <c:v>x4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9D-4AFC-8357-52F7303AED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" y="0"/>
            <a:ext cx="12188826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9" name="矩形 8"/>
          <p:cNvSpPr/>
          <p:nvPr/>
        </p:nvSpPr>
        <p:spPr>
          <a:xfrm>
            <a:off x="-1" y="5102352"/>
            <a:ext cx="12188826" cy="17556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5400" y="2286000"/>
            <a:ext cx="9601200" cy="1517904"/>
          </a:xfrm>
        </p:spPr>
        <p:txBody>
          <a:bodyPr rtlCol="0" anchor="b"/>
          <a:lstStyle>
            <a:lvl1pPr algn="ctr">
              <a:defRPr sz="54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/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902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3CE843-9AB3-40F6-A2B8-0A958EF4806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A734C38-FA6C-49F0-A37A-C4CDB00586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86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0" y="274320"/>
            <a:ext cx="12192000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rtlCol="0" anchor="b">
            <a:normAutofit/>
          </a:bodyPr>
          <a:lstStyle>
            <a:lvl1pPr algn="ctr">
              <a:defRPr sz="5400" b="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rtlCol="0" anchor="t"/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3CE843-9AB3-40F6-A2B8-0A958EF4806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A734C38-FA6C-49F0-A37A-C4CDB00586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37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3CE843-9AB3-40F6-A2B8-0A958EF4806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A734C38-FA6C-49F0-A37A-C4CDB00586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113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3CE843-9AB3-40F6-A2B8-0A958EF4806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A734C38-FA6C-49F0-A37A-C4CDB00586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763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3CE843-9AB3-40F6-A2B8-0A958EF4806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A734C38-FA6C-49F0-A37A-C4CDB00586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94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​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3CE843-9AB3-40F6-A2B8-0A958EF4806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A734C38-FA6C-49F0-A37A-C4CDB00586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60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3CE843-9AB3-40F6-A2B8-0A958EF4806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A734C38-FA6C-49F0-A37A-C4CDB00586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976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 descr="为添加图像预留的空占位符。单击占位符，选择要添加的图像。"/>
          <p:cNvSpPr>
            <a:spLocks noGrp="1"/>
          </p:cNvSpPr>
          <p:nvPr>
            <p:ph type="pic" idx="1"/>
          </p:nvPr>
        </p:nvSpPr>
        <p:spPr>
          <a:xfrm>
            <a:off x="301752" y="502920"/>
            <a:ext cx="670255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 rtlCol="0"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3CE843-9AB3-40F6-A2B8-0A958EF4806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A734C38-FA6C-49F0-A37A-C4CDB00586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81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3CE843-9AB3-40F6-A2B8-0A958EF4806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A734C38-FA6C-49F0-A37A-C4CDB00586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820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13CE843-9AB3-40F6-A2B8-0A958EF4806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9A734C38-FA6C-49F0-A37A-C4CDB00586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469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75775" y="6601968"/>
            <a:ext cx="1190937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13CE843-9AB3-40F6-A2B8-0A958EF4806A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A734C38-FA6C-49F0-A37A-C4CDB00586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4613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7D82D4-3AC5-4994-87A2-BD2942039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$PAGE_TITLE$</a:t>
            </a:r>
            <a:endParaRPr lang="zh-CN" altLang="en-US" dirty="0"/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8AE0A924-D3EB-48B6-A32F-09C4E6817E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7866992"/>
              </p:ext>
            </p:extLst>
          </p:nvPr>
        </p:nvGraphicFramePr>
        <p:xfrm>
          <a:off x="1341438" y="1901825"/>
          <a:ext cx="9509125" cy="412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68873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" id="{4192A90E-B9ED-4023-BB4F-1278B096D6D1}" vid="{8996DDCE-6959-415B-8C98-C7237CBC03C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2</TotalTime>
  <Words>10</Words>
  <Application>Microsoft Office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幼圆</vt:lpstr>
      <vt:lpstr>Arial</vt:lpstr>
      <vt:lpstr>Calibri</vt:lpstr>
      <vt:lpstr>default</vt:lpstr>
      <vt:lpstr>$PAGE_TITLE$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$PAGE_TITLE$</dc:title>
  <dc:creator>任鹏飞</dc:creator>
  <cp:lastModifiedBy>任鹏飞</cp:lastModifiedBy>
  <cp:revision>1</cp:revision>
  <dcterms:created xsi:type="dcterms:W3CDTF">2018-02-16T12:59:01Z</dcterms:created>
  <dcterms:modified xsi:type="dcterms:W3CDTF">2018-02-16T13:01:56Z</dcterms:modified>
</cp:coreProperties>
</file>