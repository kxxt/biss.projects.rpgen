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E5A10-296A-4B37-8675-DB5278FC11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5A20B-A63F-4EA8-BE59-FD18DC650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17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9474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15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6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32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5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9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7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30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9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22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6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15A120F-03D5-4A24-9620-CDD6BDB4233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152CA7F-E6D1-441C-B569-AB79573934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1580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3140A-1EAA-45B5-A226-39BDE4CA5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$PLACEHOLDER_TITLE$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4D806D-3579-44CD-B26F-5AFBA70D6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$</a:t>
            </a:r>
            <a:r>
              <a:rPr lang="en-US" altLang="zh-CN" dirty="0" err="1"/>
              <a:t>PLACEhOLDER_SUBTITLE</a:t>
            </a:r>
            <a:r>
              <a:rPr lang="en-US" altLang="zh-CN" dirty="0"/>
              <a:t>$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341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2</TotalTime>
  <Words>10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幼圆</vt:lpstr>
      <vt:lpstr>Arial</vt:lpstr>
      <vt:lpstr>Calibri</vt:lpstr>
      <vt:lpstr>default</vt:lpstr>
      <vt:lpstr>$PLACEHOLDER_TITLE$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$PLACEHOLDER_TITLE$</dc:title>
  <dc:creator>任鹏飞</dc:creator>
  <cp:lastModifiedBy>任鹏飞</cp:lastModifiedBy>
  <cp:revision>4</cp:revision>
  <dcterms:created xsi:type="dcterms:W3CDTF">2018-02-16T12:46:11Z</dcterms:created>
  <dcterms:modified xsi:type="dcterms:W3CDTF">2018-02-16T12:48:31Z</dcterms:modified>
</cp:coreProperties>
</file>